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Эрбол Б.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200400" cy="41148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Студент · Data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Учусь: 8-месячная программа Data Science (старт — июнь 2026)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Сейчас: Python с нуля + основы математики (Khan Academy)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Город: Бишкек, Кыргызстан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DS? Хочу работать с данными и строить ML-продукты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 /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Стартовые навыки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42062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Навык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Комментарий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Начинающий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недели, IDLE, первые скрипты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(не начат)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плане на 2-й месяц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Базовый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Формулы, сводные таблицы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Математика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Восстанавливаю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Дроби → линейная алгебра (Khan)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github.com/erbol-ds  (пока пустой, заполню к 3-му месяцу)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 / 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роль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5486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Junior Data Scientist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3108960"/>
          </a:xfrm>
          <a:prstGeom prst="rect">
            <a:avLst/>
          </a:prstGeom>
          <a:solidFill>
            <a:srgbClr val="1E2F55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Вакансия 1 — hh.ru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084832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sklearn)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уверенный уровень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и теория вероятностей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931920" cy="3108960"/>
          </a:xfrm>
          <a:prstGeom prst="rect">
            <a:avLst/>
          </a:prstGeom>
          <a:solidFill>
            <a:srgbClr val="1E2F55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Вакансия 2 — LinkedIn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2084832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ML-модели (sklearn, xgboost)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 (matplotlib, seaborn)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данных + отчёты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Английский — Intermediate+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Pet-проект в портфолио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 / 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подтянуть — гэп-анализ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34747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Требование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Мой уровень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закрываю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(pandas/sklearn)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Начинающий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Курс + практика каждый день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начат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Изучаю на 2-м месяце (SQLZoo)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Статистика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Слабый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Khan Academy + учебник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/ GitHub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Настрою профиль за 1-ю неделю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Pet-проект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Первый датасет к 4-му месяцу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 / 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на курс (SMART)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94360" cy="59436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98755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Освоить Python для анализа данных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38988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Пройти раздел pandas+numpy курса и решить 20 задач на Kaggle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Срок: к 3-му месяцу (сентябрь 2026)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94360" cy="59436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26771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первый pet-проект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67004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Загрузить на GitHub датасет + ноутбук с EDA и выводами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Срок: к 4-му месяцу (октябрь 2026)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594360" cy="59436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66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547872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первый оффер / стажировку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9502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Откликнуться на 30+ вакансий, пройти хотя бы 2 технических интервью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Срок: к 8-му месяцу (февраль 2027)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 /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 и мои цели в DS — Эрбол</dc:title>
  <dc:subject>PptxGenJS Presentation</dc:subject>
  <dc:creator>PptxGenJS</dc:creator>
  <cp:lastModifiedBy>PptxGenJS</cp:lastModifiedBy>
  <cp:revision>1</cp:revision>
  <dcterms:created xsi:type="dcterms:W3CDTF">2026-06-03T13:25:06Z</dcterms:created>
  <dcterms:modified xsi:type="dcterms:W3CDTF">2026-06-03T13:25:06Z</dcterms:modified>
</cp:coreProperties>
</file>